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4B556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B556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B556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B556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RF Only</c:v>
                  </c:pt>
                  <c:pt idx="1">
                    <c:v>+ XGBoost</c:v>
                  </c:pt>
                  <c:pt idx="2">
                    <c:v>+ Calibration</c:v>
                  </c:pt>
                  <c:pt idx="3">
                    <c:v>+ Zero-Day
(naive)</c:v>
                  </c:pt>
                  <c:pt idx="4">
                    <c:v>Full System
(SafeNest)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0.9804</c:v>
                </c:pt>
                <c:pt idx="1">
                  <c:v>0.9822</c:v>
                </c:pt>
                <c:pt idx="2">
                  <c:v>0.9836</c:v>
                </c:pt>
                <c:pt idx="3">
                  <c:v>0.9737</c:v>
                </c:pt>
                <c:pt idx="4">
                  <c:v>0.9831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6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0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Trust Score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Owner
Home WiFi</c:v>
                  </c:pt>
                  <c:pt idx="1">
                    <c:v>Owner
Melbourne</c:v>
                  </c:pt>
                  <c:pt idx="2">
                    <c:v>Attacker
Foreign VPS</c:v>
                  </c:pt>
                  <c:pt idx="3">
                    <c:v>Attacker
Same ISP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</c:v>
                </c:pt>
                <c:pt idx="1">
                  <c:v>0.92</c:v>
                </c:pt>
                <c:pt idx="2">
                  <c:v>0.28</c:v>
                </c:pt>
                <c:pt idx="3">
                  <c:v>0.34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20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365760"/>
            <a:ext cx="822960" cy="822960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365760"/>
            <a:ext cx="822960" cy="822960"/>
          </a:xfrm>
          <a:prstGeom prst="rect">
            <a:avLst/>
          </a:prstGeom>
          <a:solidFill>
            <a:srgbClr val="091E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365760"/>
            <a:ext cx="822960" cy="822960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1554480"/>
            <a:ext cx="822960" cy="822960"/>
          </a:xfrm>
          <a:prstGeom prst="rect">
            <a:avLst/>
          </a:prstGeom>
          <a:solidFill>
            <a:srgbClr val="091E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1554480"/>
            <a:ext cx="822960" cy="822960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1554480"/>
            <a:ext cx="822960" cy="822960"/>
          </a:xfrm>
          <a:prstGeom prst="rect">
            <a:avLst/>
          </a:prstGeom>
          <a:solidFill>
            <a:srgbClr val="091E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463040"/>
            <a:ext cx="1828800" cy="2194560"/>
          </a:xfrm>
          <a:prstGeom prst="rect">
            <a:avLst/>
          </a:prstGeom>
          <a:solidFill>
            <a:srgbClr val="0D3050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463040"/>
            <a:ext cx="1828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🛡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320040" y="54864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20040" y="14173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IoT Security for Bangladeshi Homes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0040" y="18836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Instant Bangla Threat Alerts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0040" y="2331720"/>
            <a:ext cx="53035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505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Kazi Safin Arafat (2211778642)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0040" y="27249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Khondokar Sajid (2211954042)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0040" y="29992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Moushumi Akter Mow (2021983642)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0040" y="327355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Rakibul Hasan Ridoy (1731339042)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0040" y="361188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Advisor: Md. Mohammad Shifat-E-Rabbi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0040" y="38587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499B  ·  ECE Department  ·  North South University  ·  Spring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3434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NSU ACM SC Innovation Challenge — Season 20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— Bangladesh's IoT Blind Spot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8229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15M+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74320" y="14538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BD homes today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7772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8229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423160" y="14538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designed for BD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8229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572000" y="14538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Unmonitored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security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7772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8229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₳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720840" y="14538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2084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Bangla alerts exist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224028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 in Bangladeshi homes right now: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74320" y="2578608"/>
            <a:ext cx="8595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CCTV camera is being watched by a stranger — and you do not know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smart lock was opened remotely last night — and nobody told you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router is leaking private data to foreign servers — silently, every day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existing security tool is in English, cloud-dependent, and built for Western homes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Load-shedding kills cloud security — your home is dark and unprotected for hours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pic>
        <p:nvPicPr>
          <p:cNvPr id="4" name="Image 0" descr="/mnt/user-data/uploads/big_broth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457200"/>
            <a:ext cx="45720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3200400"/>
            <a:ext cx="4572000" cy="457200"/>
          </a:xfrm>
          <a:prstGeom prst="rect">
            <a:avLst/>
          </a:prstGeom>
          <a:solidFill>
            <a:srgbClr val="DC2626">
              <a:alpha val="7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074920" y="502920"/>
            <a:ext cx="3794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"BIG BROTHER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WATCHING YOU"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074920" y="19202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George Orwell, 1984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74920" y="2331720"/>
            <a:ext cx="365760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74920" y="24688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Bangladesh, Big Brother has a different face: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074920" y="285292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hacker watching your bedroom camera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thief who just unlocked your front door remotely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silently collecting your family's data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pic>
        <p:nvPicPr>
          <p:cNvPr id="4" name="Image 0" descr="/mnt/user-data/uploads/big_brother.jp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rcRect l="0" r="0" t="0" b="0"/>
          <a:stretch/>
        </p:blipFill>
        <p:spPr>
          <a:xfrm>
            <a:off x="228600" y="777240"/>
            <a:ext cx="347472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77724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DC2626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0" dirty="0"/>
          </a:p>
        </p:txBody>
      </p:sp>
      <p:sp>
        <p:nvSpPr>
          <p:cNvPr id="6" name="Shape 3"/>
          <p:cNvSpPr/>
          <p:nvPr/>
        </p:nvSpPr>
        <p:spPr>
          <a:xfrm>
            <a:off x="3794760" y="2011680"/>
            <a:ext cx="82296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70332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4B8A6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754880" y="640080"/>
            <a:ext cx="4114800" cy="2834640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54880" y="658368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🛡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4846320" y="16916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Big Brother.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846320" y="248716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home. Your devices.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privacy. Protected.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 Bangla.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0" y="3840480"/>
            <a:ext cx="9144000" cy="640080"/>
          </a:xfrm>
          <a:prstGeom prst="rect">
            <a:avLst/>
          </a:prstGeom>
          <a:solidFill>
            <a:srgbClr val="072B1C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38404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see the attacker before your family does. Then we alert you — in Bangla — with exactly what to do.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In One Slide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4160520" cy="37490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8229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is: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20040" y="1207008"/>
            <a:ext cx="3886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AI security system for home IoT devices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a $50 Raspberry Pi 4 — no cloud needed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offline during load-shedding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Alerting your family in Bangla — no English needed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your camera, smart lock, and router 24/7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0040" y="3547872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device. $50. Protects your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home network.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17720" y="749808"/>
            <a:ext cx="4251960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82296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solves: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00600" y="1234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known attacks: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14721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DDoS, brute force, port scans, ARP spoofing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1819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zero-day threats: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0574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attacks — no signature needed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4048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real owner: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26426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you from a hacker in the same city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9900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for BD: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2278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Prayer times, load-shedding, Fri-Sat weekend encoded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5753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in Bangla: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8130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name + immediate action steps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5-Layer AI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1600200" cy="12344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777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133856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tcpdump + CICFlowMeter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network features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749808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93392" y="749808"/>
            <a:ext cx="1600200" cy="12344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93392" y="777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DETECT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93392" y="1133856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models: RF + XGBoost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Zero-Day ensemble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93592" y="749808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58184" y="749808"/>
            <a:ext cx="1600200" cy="123444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58184" y="777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58184" y="1133856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Trust Check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really you?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58384" y="749808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522976" y="749808"/>
            <a:ext cx="1600200" cy="1234440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22976" y="777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DECIDE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22976" y="1133856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 /  WATCH  /  THREAT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logic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23176" y="749808"/>
            <a:ext cx="1645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287768" y="749808"/>
            <a:ext cx="1600200" cy="123444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87768" y="7772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ALERT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87768" y="1133856"/>
            <a:ext cx="1600200" cy="822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Telegram message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Live 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" y="217627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IoT Devices: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28600" y="24871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" y="25420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📷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228600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Camera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28600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24/7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172968" y="24871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172968" y="25420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🔒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3172968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Lock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172968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verified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17336" y="2487168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17336" y="25420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📡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6117336" y="31821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117336" y="34564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analyzed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28600" y="221284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All traffic goes through the 5-layer AI pipeline above  ↑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 — Is It You, or the Attacker?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3977640" cy="3108960"/>
          </a:xfrm>
          <a:prstGeom prst="rect">
            <a:avLst/>
          </a:prstGeom>
          <a:solidFill>
            <a:srgbClr val="072B1C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80467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✅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0040" y="14813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in Melbourne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from Australia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behavior patterns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timing rhythm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3520440" cy="50292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697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Score: 0.92 → SAFE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" y="32461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is not alerted.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legitimate.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4937760" y="777240"/>
            <a:ext cx="3977640" cy="3108960"/>
          </a:xfrm>
          <a:prstGeom prst="rect">
            <a:avLst/>
          </a:prstGeom>
          <a:solidFill>
            <a:srgbClr val="2A0A0A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80467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🔴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5029200" y="14813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 — Same Dhaka ISP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0" y="182880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country. Same ISP.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behavior pattern.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timing.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120640" y="2697480"/>
            <a:ext cx="3520440" cy="50292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120640" y="269748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Score: 0.34 → THREAT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2461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gets Bangla alert.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blocked.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3886200"/>
            <a:ext cx="9144000" cy="621792"/>
          </a:xfrm>
          <a:prstGeom prst="rect">
            <a:avLst/>
          </a:prstGeom>
          <a:solidFill>
            <a:srgbClr val="0D28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388620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Gap = 0.64  —  No other IDS system in Bangladesh can tell the difference. We can.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Bangla Alerts — MQTT · Telegram · Live Dashboard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3977640" cy="32461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84124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Telegram Alert (Bangla)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225296"/>
            <a:ext cx="3611880" cy="2011680"/>
          </a:xfrm>
          <a:prstGeom prst="rect">
            <a:avLst/>
          </a:prstGeom>
          <a:solidFill>
            <a:srgbClr val="1620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16736"/>
            <a:ext cx="3429000" cy="1828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THREAT সনাক্ত!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ডিভাইস: লিভিং রুম ক্যামেরা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সময়: রাত ১১:৪৩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ট্রাস্ট স্কোর: ০.২৮ (সন্দেহজনক)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এখনই করুন: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১. ক্যামেরার পাওয়ার বন্ধ করুন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২. রাউটার রিস্টার্ট করুন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৩. পাসওয়ার্ড পরিবর্তন করুন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327355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English. No technical knowledge. Just clear steps.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34840" y="777240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77724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0" y="8138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+ HiveMQ Cloud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0" y="110642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streaming to any device. Works instantly.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34840" y="1563624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80560" y="156362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2920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029200" y="189280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3 devices — SAFE, WATCH, THREAT — in one screen.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34840" y="2350008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235000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029200" y="2386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0" y="26791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Load-shedding? No internet? Pi keeps monitoring locally.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34840" y="3136392"/>
            <a:ext cx="4434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80560" y="313639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029200" y="3172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Leaves Home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0" y="34655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runs on Pi. Your traffic never goes to any server.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Results — Numbers That Matter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8229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0.983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28600" y="14538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F1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+ XGBoost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23160" y="7772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23160" y="8229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0.969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423160" y="14538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Zero-Day AUC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+ AE + GRU ensemble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7772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8229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617720" y="14538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legit traffic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77724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82296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6812280" y="145389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vs Attacker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228600" y="2194560"/>
          <a:ext cx="53035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228600" y="464515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— Each component adds value (red = naive zero-day fusion hurts; teal = full system)</a:t>
            </a:r>
            <a:endParaRPr lang="en-US" sz="90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5669280" y="2194560"/>
          <a:ext cx="32461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 21"/>
          <p:cNvSpPr/>
          <p:nvPr/>
        </p:nvSpPr>
        <p:spPr>
          <a:xfrm>
            <a:off x="5669280" y="464515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vs Attacker Trust Score — gap of 0.64 is decisive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— Who Benefits and How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77240"/>
            <a:ext cx="2788920" cy="47548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7772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 Bangladeshi Families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0040" y="1289304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immediately if someone is watching their camera or accessing their smart lock. Receive alerts in Bangla — no English needed.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91256" y="77724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91256" y="777240"/>
            <a:ext cx="2788920" cy="47548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3282696" y="7772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Schools &amp; Campuses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82696" y="1289304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multiple IoT devices across buildings. Get instant alerts on unauthorized access. Safe campus, safe students.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53912" y="777240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53912" y="777240"/>
            <a:ext cx="2788920" cy="47548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6245352" y="7772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Garment Factories &amp; Offices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45352" y="1289304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business camera networks and routers. Monitor access remotely. One Pi protects an entire floor.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28600" y="2679192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679192"/>
            <a:ext cx="2788920" cy="47548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6791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🇧🇩  Bangladesh as a Nation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20040" y="3191256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locally-designed IoT security system. Built for our language, our culture, our infrastructure.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191256" y="2679192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91256" y="2679192"/>
            <a:ext cx="2788920" cy="47548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3282696" y="26791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Environment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282696" y="3191256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3-7 W Raspberry Pi vs 100 W cloud server. Saves 200 kWh per home per year. No e-waste cycle.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53912" y="2679192"/>
            <a:ext cx="2788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53912" y="2679192"/>
            <a:ext cx="2788920" cy="47548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8" name="Text 26"/>
          <p:cNvSpPr/>
          <p:nvPr/>
        </p:nvSpPr>
        <p:spPr>
          <a:xfrm>
            <a:off x="6245352" y="26791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Innovation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245352" y="3191256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IDS globally to encode prayer times, load-shedding, and local ISP patterns as security signals.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— From Home to Market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8686800" cy="640080"/>
          </a:xfrm>
          <a:prstGeom prst="rect">
            <a:avLst/>
          </a:prstGeom>
          <a:solidFill>
            <a:srgbClr val="0D28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Market: 15 million+ unprotected IoT devices in Bangladesh  ·  Currently zero local solutions  ·  Growing 30%/year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697480" cy="2468880"/>
          </a:xfrm>
          <a:prstGeom prst="rect">
            <a:avLst/>
          </a:prstGeom>
          <a:solidFill>
            <a:srgbClr val="0D2840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572768"/>
            <a:ext cx="2697480" cy="5029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5727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" y="20848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" y="2834640"/>
            <a:ext cx="2697480" cy="113385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monitoring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Bangla alerts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access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572768"/>
            <a:ext cx="2697480" cy="2468880"/>
          </a:xfrm>
          <a:prstGeom prst="rect">
            <a:avLst/>
          </a:prstGeom>
          <a:solidFill>
            <a:srgbClr val="0D28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572768"/>
            <a:ext cx="26974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5727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Pro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46120" y="20848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৳299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2834640"/>
            <a:ext cx="2697480" cy="113385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alerts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alert rules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572768"/>
            <a:ext cx="2697480" cy="2468880"/>
          </a:xfrm>
          <a:prstGeom prst="rect">
            <a:avLst/>
          </a:prstGeom>
          <a:solidFill>
            <a:srgbClr val="0D2840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572768"/>
            <a:ext cx="2697480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5727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172200" y="20848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৳999/mo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72200" y="2834640"/>
            <a:ext cx="2697480" cy="113385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Multi-device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Multi-location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licensing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41605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One-time $50 hardware cost per home — no ongoing hardware fee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Scales from 1 home to a 50-branch garment factory with no extra hardware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Managed installation service for non-technical families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Freemium drives adoption; Pro and Business generate recurring revenue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 ·  CSE 499B  ·  North South University  ·  Spring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🛡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Is Safe Now.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SafeNest Guard is watching, so you don't have to.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828800" y="2743200"/>
            <a:ext cx="54864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880360"/>
            <a:ext cx="2057400" cy="384048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0.983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29000" y="2880360"/>
            <a:ext cx="2057400" cy="384048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0.969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2880360"/>
            <a:ext cx="2057400" cy="384048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 False Alarm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3383280"/>
            <a:ext cx="2057400" cy="384048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3832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Gap = 0.64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0" y="3383280"/>
            <a:ext cx="2057400" cy="384048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3832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Alerts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60720" y="3383280"/>
            <a:ext cx="2057400" cy="384048"/>
          </a:xfrm>
          <a:prstGeom prst="rect">
            <a:avLst/>
          </a:prstGeom>
          <a:solidFill>
            <a:srgbClr val="0D305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33832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 Hardware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&amp; Computer Engineering  ·  North South University  ·  NSU ACM SC Innovation Challenge Season 20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SafeNest Guard</dc:title>
  <dc:subject>PptxGenJS Presentation</dc:subject>
  <dc:creator>NSU ECE Team</dc:creator>
  <cp:lastModifiedBy>NSU ECE Team</cp:lastModifiedBy>
  <cp:revision>1</cp:revision>
  <dcterms:created xsi:type="dcterms:W3CDTF">2026-04-28T19:27:33Z</dcterms:created>
  <dcterms:modified xsi:type="dcterms:W3CDTF">2026-04-28T19:27:33Z</dcterms:modified>
</cp:coreProperties>
</file>